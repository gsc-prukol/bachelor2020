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89" r:id="rId8"/>
    <p:sldId id="290" r:id="rId9"/>
    <p:sldId id="291" r:id="rId10"/>
    <p:sldId id="282" r:id="rId11"/>
    <p:sldId id="292" r:id="rId12"/>
    <p:sldId id="294" r:id="rId13"/>
    <p:sldId id="288" r:id="rId14"/>
    <p:sldId id="293" r:id="rId15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ова Djdf" initials="ВD" lastIdx="1" clrIdx="0">
    <p:extLst>
      <p:ext uri="{19B8F6BF-5375-455C-9EA6-DF929625EA0E}">
        <p15:presenceInfo xmlns:p15="http://schemas.microsoft.com/office/powerpoint/2012/main" userId="17ad701e000e77d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37"/>
    <p:restoredTop sz="94674"/>
  </p:normalViewPr>
  <p:slideViewPr>
    <p:cSldViewPr snapToGrid="0" snapToObjects="1">
      <p:cViewPr varScale="1">
        <p:scale>
          <a:sx n="80" d="100"/>
          <a:sy n="80" d="100"/>
        </p:scale>
        <p:origin x="11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98288-B75F-A449-B914-14D878646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7CA8BA-986C-144A-A3E2-E25C13348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7A0113-8A69-E547-A157-05DC6257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19.06.2020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7DFE53-508D-B44E-B7C6-253B74F1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A609CA-FD51-934C-998D-62C1D0DE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49642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DD47B4-BA9A-E046-8E7F-09044907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857897-5952-504F-92B8-B17E94D73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421B79-2C58-5249-AA6E-39302713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19.06.2020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3F575F-FABC-1C40-B7E0-AE2C3955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41A704-DB0A-4542-8582-A374CEF5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6962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28301-C1D6-5543-8205-5F2F0A76D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EDB976-D1E8-2F42-AB17-EF0886DBE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81C4A3-B312-194C-9649-E33285431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19.06.2020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3670FD-CCF7-4F4F-95BC-C6A31B45E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91281E-1485-1E4E-85A1-1BB3CD55E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85032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08C826-7909-5141-9FE7-301890BB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B6A18A-7BB6-5344-AC0C-2AFBF47868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B56FB47-0117-094F-9A5B-20FE80D8A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8D96F8-FC80-3F45-B3D2-5C119CE11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19.06.2020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D8F803-5A97-9C41-A185-196A8D2A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DD6D3F-8E58-1549-AD40-A07E4C5F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774136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02FEC-B1C1-8E47-9A1E-1DCD25461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98FD57-28C8-2048-84CD-8D0F15B23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55E12C-7A61-834A-A1A6-20032BEAC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89E0B78-1589-0E47-A419-2BE516A41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433FE1-69FB-8547-941F-482A3816F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DE589F-6E56-7841-8D7F-523F6B345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19.06.2020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158D676-E102-E443-BDDD-70F5A7F4B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151042-A18B-1946-9607-593D2318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14717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4D6A2-6716-5448-9C13-1E070D10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2E3C4D2-FFE3-8F44-83AC-CE66F0D6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19.06.2020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0737E0-51B2-0A46-8F78-FDDB86C01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5B09B8-7905-E24D-A99F-B139A85E1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54205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E0E3EF8-A016-AD42-9D70-E0AD46F3F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19.06.2020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624E30E-11BE-F74D-995E-F649A3AA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8D90D-03D4-0041-8B55-8BC3A484C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156090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5E1205-E97A-7E40-B97E-38BC78725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E93E7C-0DE7-2649-91CA-15A6AD488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C914BA-E15E-7444-AC79-1C12BA236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FEA40F-8DD3-1544-B8AA-EFF29305C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19.06.2020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B9506B-20AD-4547-9F3B-2F2478EFB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4E5FE7-9EB5-504B-8142-A92EEAA2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98584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791A8-746C-894F-BA33-BD4667E22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9C71D00-9377-A844-92C3-F3E9DF22C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B0C597-F3F3-8749-8109-8AEDFAB0D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F23CDB-0F14-094C-BB13-6CAA077C0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19.06.2020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B4007D-18E0-594C-B12F-21ED3B475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C704C7-E6DD-C940-A199-43CED7693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8004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4A3B07-60F5-0141-9B3C-866BA150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37A7D5-464F-4E44-8583-E37B0CF52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0A5A80-A852-2C4E-9C35-BFC8337A5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19.06.2020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23D1CC-45CD-704C-AFF6-190553F6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7BFE63-2CE3-B64C-A908-1BFAA120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20198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5FA65F-49B6-9E48-9C23-C97CB4A2B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1E72CC-D05D-BD4A-AB9B-5454FB13A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CEE80A-E0F9-194F-8702-135D01A15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19.06.2020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2A1F8B-16E6-6F49-B888-39B95C4B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BB8C40-2BAA-8D40-AC69-4B0C07775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831040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EDAA7-2DA3-FF4D-B84C-F2B9B6476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B1E4B1-2654-FE45-8A28-B25419A8B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6933F8-55FD-B940-87A9-BD299341AD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80E22-3484-AB46-8B87-6DE192E1A5A3}" type="datetimeFigureOut">
              <a:rPr lang="ru-UA" smtClean="0"/>
              <a:t>19.06.2020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E808E1-455E-8A40-B39B-A697C98D5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1739B4-16D5-D242-AE6B-63E566787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17602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4FA3FE-2CC9-DC40-8151-91E15040B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4360"/>
            <a:ext cx="9144000" cy="3784283"/>
          </a:xfrm>
        </p:spPr>
        <p:txBody>
          <a:bodyPr>
            <a:normAutofit fontScale="90000"/>
          </a:bodyPr>
          <a:lstStyle/>
          <a:p>
            <a:r>
              <a:rPr lang="uk-UA" dirty="0"/>
              <a:t>Рекомендаційна система для вибору ресторану за довільним запитом природною мовою за даними </a:t>
            </a:r>
            <a:r>
              <a:rPr lang="uk-UA" dirty="0" err="1"/>
              <a:t>сервіса</a:t>
            </a:r>
            <a:r>
              <a:rPr lang="uk-UA"/>
              <a:t> Yelp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6DBAAA0-7DD8-994C-908C-1781E88A6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3598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В</a:t>
            </a:r>
            <a:r>
              <a:rPr lang="ru-UA" dirty="0"/>
              <a:t>иконав</a:t>
            </a:r>
            <a:r>
              <a:rPr lang="en-US" dirty="0"/>
              <a:t>: </a:t>
            </a:r>
            <a:r>
              <a:rPr lang="uk-UA" dirty="0" smtClean="0"/>
              <a:t>Володько Володимир Володимирович</a:t>
            </a:r>
            <a:endParaRPr lang="uk-UA" dirty="0"/>
          </a:p>
          <a:p>
            <a:pPr algn="l"/>
            <a:endParaRPr lang="uk-UA" dirty="0"/>
          </a:p>
          <a:p>
            <a:pPr algn="l"/>
            <a:r>
              <a:rPr lang="uk-UA" dirty="0"/>
              <a:t>Науковий керівний</a:t>
            </a:r>
            <a:r>
              <a:rPr lang="en-US" dirty="0"/>
              <a:t>: </a:t>
            </a:r>
            <a:endParaRPr lang="uk-UA" dirty="0"/>
          </a:p>
          <a:p>
            <a:pPr algn="l"/>
            <a:r>
              <a:rPr lang="uk-UA" dirty="0"/>
              <a:t>асистент Макуха Михайло Павлович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52138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479660-F134-6A41-BDDF-250C27122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UA"/>
              <a:t>Постановка задачі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F9E7D4-AD1F-AF48-A770-8073665E8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 smtClean="0"/>
              <a:t>Провести дослідження варіантів рекомендаційних систем, принципів їх побудови та варіантів створення</a:t>
            </a:r>
          </a:p>
          <a:p>
            <a:r>
              <a:rPr lang="uk-UA" dirty="0" smtClean="0"/>
              <a:t>Проаналізувати вхідні дані, обрати алгоритм визначення рекомендації згідно запиту</a:t>
            </a:r>
          </a:p>
          <a:p>
            <a:r>
              <a:rPr lang="uk-UA" dirty="0" smtClean="0"/>
              <a:t>Застосувати обраний алгоритм, розробити програмний продукт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0536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E1DB6-1864-2F44-B498-A959C2097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UA"/>
              <a:t>Актуальність р</a:t>
            </a:r>
            <a:r>
              <a:rPr lang="en-US"/>
              <a:t>o</a:t>
            </a:r>
            <a:r>
              <a:rPr lang="ru-UA"/>
              <a:t>боти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AC15E-14CC-7843-9412-7512451E3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smtClean="0"/>
              <a:t>	Протягом </a:t>
            </a:r>
            <a:r>
              <a:rPr lang="uk-UA"/>
              <a:t>значного проміжку часу в усьому світі швидкими темпами збільшується кількість інформації. Люди кожного дня сприймають та фільтрують вхідний потік інформації, що надходить з різних </a:t>
            </a:r>
            <a:r>
              <a:rPr lang="uk-UA" smtClean="0"/>
              <a:t>джерел. </a:t>
            </a:r>
            <a:r>
              <a:rPr lang="uk-UA"/>
              <a:t>Після винайдення мережі Інтернет кількість такої інформації стала стрімко зростати, з’явилася велика кількість сервісів для надання користувачам всього необхідного для комфортного життя. </a:t>
            </a:r>
            <a:r>
              <a:rPr lang="uk-UA" smtClean="0"/>
              <a:t>Але як відсутність інформації про роботу навколишніх закладів, так і наявність надто великої її кількості не дозволяють ефективно знаходити необхідні дані. Тому існують рекомендаційні та пошукові системи, що спрощують дане завдання.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34978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4132C63-02CE-854A-BCB1-C735AB480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154"/>
            <a:ext cx="10515600" cy="5590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UA" sz="4400" dirty="0">
                <a:latin typeface="+mj-lt"/>
              </a:rPr>
              <a:t>Об</a:t>
            </a:r>
            <a:r>
              <a:rPr lang="uk-UA" sz="4400" dirty="0">
                <a:latin typeface="+mj-lt"/>
              </a:rPr>
              <a:t>’</a:t>
            </a:r>
            <a:r>
              <a:rPr lang="uk-UA" sz="4400" dirty="0" err="1">
                <a:latin typeface="+mj-lt"/>
              </a:rPr>
              <a:t>єкт</a:t>
            </a:r>
            <a:r>
              <a:rPr lang="uk-UA" sz="4400" dirty="0">
                <a:latin typeface="+mj-lt"/>
              </a:rPr>
              <a:t> дослідження</a:t>
            </a:r>
          </a:p>
          <a:p>
            <a:pPr marL="0" indent="0">
              <a:buNone/>
            </a:pPr>
            <a:r>
              <a:rPr lang="ru-UA" dirty="0"/>
              <a:t>Об</a:t>
            </a:r>
            <a:r>
              <a:rPr lang="uk-UA" dirty="0"/>
              <a:t>’</a:t>
            </a:r>
            <a:r>
              <a:rPr lang="ru-UA" dirty="0">
                <a:effectLst/>
              </a:rPr>
              <a:t>єкт дослідження – </a:t>
            </a:r>
            <a:r>
              <a:rPr lang="uk-UA" dirty="0" smtClean="0">
                <a:effectLst/>
              </a:rPr>
              <a:t>відгуки про роботу закладів</a:t>
            </a:r>
            <a:endParaRPr lang="ru-UA" dirty="0">
              <a:effectLst/>
            </a:endParaRPr>
          </a:p>
          <a:p>
            <a:pPr marL="0" indent="0">
              <a:buNone/>
            </a:pPr>
            <a:r>
              <a:rPr lang="ru-UA" sz="4400" dirty="0">
                <a:effectLst/>
                <a:latin typeface="+mj-lt"/>
              </a:rPr>
              <a:t>Предмет дослідження</a:t>
            </a:r>
          </a:p>
          <a:p>
            <a:pPr marL="0" indent="0">
              <a:buNone/>
            </a:pPr>
            <a:r>
              <a:rPr lang="ru-UA" dirty="0">
                <a:effectLst/>
              </a:rPr>
              <a:t>Предмет дослідження </a:t>
            </a:r>
            <a:r>
              <a:rPr lang="ru-UA" dirty="0" smtClean="0">
                <a:effectLst/>
              </a:rPr>
              <a:t>–</a:t>
            </a:r>
            <a:r>
              <a:rPr lang="uk-UA" dirty="0" smtClean="0">
                <a:effectLst/>
              </a:rPr>
              <a:t> програмні та алгоритмічні методи виділення інформації на основі заданого тексту природною мовою</a:t>
            </a:r>
            <a:endParaRPr lang="ru-UA" dirty="0">
              <a:effectLst/>
            </a:endParaRPr>
          </a:p>
          <a:p>
            <a:pPr marL="0" indent="0">
              <a:buNone/>
            </a:pPr>
            <a:r>
              <a:rPr lang="ru-UA" sz="4400" dirty="0">
                <a:latin typeface="+mj-lt"/>
              </a:rPr>
              <a:t>Мета роботи</a:t>
            </a:r>
          </a:p>
          <a:p>
            <a:pPr marL="0" indent="0">
              <a:buNone/>
            </a:pPr>
            <a:r>
              <a:rPr lang="ru-UA" dirty="0"/>
              <a:t>Розробка програмного продукту </a:t>
            </a:r>
            <a:r>
              <a:rPr lang="uk-UA" dirty="0" smtClean="0"/>
              <a:t>для рекомендації закладів на основі запиту від користувача</a:t>
            </a:r>
            <a:endParaRPr lang="ru-UA" dirty="0">
              <a:effectLst/>
            </a:endParaRPr>
          </a:p>
          <a:p>
            <a:pPr marL="0" indent="0">
              <a:buNone/>
            </a:pPr>
            <a:r>
              <a:rPr lang="ru-UA" dirty="0">
                <a:effectLst/>
              </a:rPr>
              <a:t> 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519406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369B2C-E5E6-0641-AC17-D8783E07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/>
              <a:t>Поняття </a:t>
            </a:r>
            <a:r>
              <a:rPr lang="uk-UA" smtClean="0"/>
              <a:t>рекомендаційної системи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91BF5C-EE4B-F446-9793-D47371978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8955"/>
            <a:ext cx="10896600" cy="3478008"/>
          </a:xfrm>
        </p:spPr>
        <p:txBody>
          <a:bodyPr/>
          <a:lstStyle/>
          <a:p>
            <a:r>
              <a:rPr lang="uk-UA" dirty="0"/>
              <a:t>Рекомендаційна система — підклас системи фільтрації інформації, яка будує рейтинговий перелік об'єктів (фільми, музика, книги, новини, веб-сайти), яким користувач може надати перевагу.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93534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043E8-42D5-7E47-BD51-40C1A852C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UA"/>
              <a:t>Види </a:t>
            </a:r>
            <a:r>
              <a:rPr lang="uk-UA" smtClean="0"/>
              <a:t>рекомендаційних систем</a:t>
            </a:r>
            <a:endParaRPr lang="ru-UA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CC954A-02BD-1744-89B6-5651CE66C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9799"/>
            <a:ext cx="10515600" cy="3967163"/>
          </a:xfrm>
        </p:spPr>
        <p:txBody>
          <a:bodyPr>
            <a:normAutofit/>
          </a:bodyPr>
          <a:lstStyle/>
          <a:p>
            <a:r>
              <a:rPr lang="uk-UA" dirty="0"/>
              <a:t>ф</a:t>
            </a:r>
            <a:r>
              <a:rPr lang="uk-UA" dirty="0" smtClean="0"/>
              <a:t>ільтрування на основі вмісту</a:t>
            </a:r>
            <a:endParaRPr lang="uk-UA" dirty="0"/>
          </a:p>
          <a:p>
            <a:r>
              <a:rPr lang="uk-UA" dirty="0" smtClean="0"/>
              <a:t>системи з кількома критеріями</a:t>
            </a:r>
            <a:endParaRPr lang="uk-UA" dirty="0"/>
          </a:p>
          <a:p>
            <a:r>
              <a:rPr lang="uk-UA" dirty="0"/>
              <a:t>м</a:t>
            </a:r>
            <a:r>
              <a:rPr lang="uk-UA" dirty="0" smtClean="0"/>
              <a:t>обільні системи рекомендацій</a:t>
            </a:r>
            <a:endParaRPr lang="uk-UA" dirty="0"/>
          </a:p>
          <a:p>
            <a:r>
              <a:rPr lang="ru-RU" dirty="0" smtClean="0"/>
              <a:t>гібридні</a:t>
            </a:r>
            <a:endParaRPr lang="ru-RU" dirty="0"/>
          </a:p>
          <a:p>
            <a:r>
              <a:rPr lang="uk-UA" dirty="0" smtClean="0"/>
              <a:t>системи</a:t>
            </a:r>
            <a:r>
              <a:rPr lang="ru-RU" dirty="0" smtClean="0"/>
              <a:t> </a:t>
            </a:r>
            <a:r>
              <a:rPr lang="uk-UA" dirty="0" smtClean="0"/>
              <a:t>рекомендацій</a:t>
            </a:r>
            <a:r>
              <a:rPr lang="ru-RU" dirty="0" smtClean="0"/>
              <a:t>, </a:t>
            </a:r>
            <a:r>
              <a:rPr lang="uk-UA" dirty="0" smtClean="0"/>
              <a:t>що</a:t>
            </a:r>
            <a:r>
              <a:rPr lang="ru-RU" dirty="0" smtClean="0"/>
              <a:t> </a:t>
            </a:r>
            <a:r>
              <a:rPr lang="uk-UA" dirty="0" smtClean="0"/>
              <a:t>обізнані</a:t>
            </a:r>
            <a:r>
              <a:rPr lang="ru-RU" dirty="0" smtClean="0"/>
              <a:t> </a:t>
            </a:r>
            <a:r>
              <a:rPr lang="ru-RU" dirty="0"/>
              <a:t>з </a:t>
            </a:r>
            <a:r>
              <a:rPr lang="uk-UA" dirty="0" smtClean="0"/>
              <a:t>ризиком</a:t>
            </a:r>
          </a:p>
          <a:p>
            <a:pPr marL="0" indent="0">
              <a:buNone/>
            </a:pP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79852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Обраний принцип роботи рекомендаційної системи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uk-UA" dirty="0" smtClean="0"/>
              <a:t>На основі запиту визначається категорія закладу, що необхідний користувачу за допомогою нейронної мережі.</a:t>
            </a:r>
          </a:p>
          <a:p>
            <a:pPr marL="514350" indent="-514350">
              <a:buFont typeface="+mj-lt"/>
              <a:buAutoNum type="arabicPeriod"/>
            </a:pPr>
            <a:r>
              <a:rPr lang="uk-UA" dirty="0" smtClean="0"/>
              <a:t>На основі координат виводяться найближчі та з найкращим рейтингом заклади з наявних в банку даних.</a:t>
            </a:r>
          </a:p>
          <a:p>
            <a:pPr marL="514350" indent="-514350">
              <a:buFont typeface="+mj-lt"/>
              <a:buAutoNum type="arabicPeriod"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4745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MPL (</a:t>
            </a:r>
            <a:r>
              <a:rPr lang="uk-UA" dirty="0"/>
              <a:t>multilayer perceptron</a:t>
            </a:r>
            <a:r>
              <a:rPr lang="en-US" dirty="0"/>
              <a:t>) </a:t>
            </a:r>
            <a:r>
              <a:rPr lang="uk-UA" dirty="0"/>
              <a:t>модель</a:t>
            </a:r>
          </a:p>
        </p:txBody>
      </p:sp>
      <p:pic>
        <p:nvPicPr>
          <p:cNvPr id="4" name="Місце для вмісту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420" y="1398904"/>
            <a:ext cx="5471160" cy="50780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019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LSTM (long short-term memory</a:t>
            </a:r>
            <a:r>
              <a:rPr lang="uk-UA" dirty="0" smtClean="0"/>
              <a:t>) модель</a:t>
            </a:r>
            <a:endParaRPr lang="uk-UA" dirty="0"/>
          </a:p>
        </p:txBody>
      </p:sp>
      <p:pic>
        <p:nvPicPr>
          <p:cNvPr id="4" name="Місце для вмісту 3" descr="C:\Users\gsc_prukol\AppData\Local\Microsoft\Windows\INetCache\Content.Word\modelLSTM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513" y="1539081"/>
            <a:ext cx="5494973" cy="47855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46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95682-6574-894C-96B2-7622BFF1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/>
              <a:t>Бібліотеки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2CAAA8-2099-BA4B-9044-F326FFEB7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Використані бібліотеки</a:t>
            </a:r>
            <a:r>
              <a:rPr lang="en-US" dirty="0"/>
              <a:t>:</a:t>
            </a:r>
            <a:endParaRPr lang="ru-UA" dirty="0"/>
          </a:p>
          <a:p>
            <a:pPr lvl="0"/>
            <a:r>
              <a:rPr lang="ru-RU" dirty="0"/>
              <a:t>json – </a:t>
            </a:r>
            <a:r>
              <a:rPr lang="uk-UA" dirty="0" smtClean="0"/>
              <a:t>використовується</a:t>
            </a:r>
            <a:r>
              <a:rPr lang="ru-RU" dirty="0" smtClean="0"/>
              <a:t> </a:t>
            </a:r>
            <a:r>
              <a:rPr lang="ru-RU" dirty="0"/>
              <a:t>для </a:t>
            </a:r>
            <a:r>
              <a:rPr lang="uk-UA" dirty="0" smtClean="0"/>
              <a:t>форматування</a:t>
            </a:r>
            <a:r>
              <a:rPr lang="ru-RU" dirty="0" smtClean="0"/>
              <a:t> </a:t>
            </a:r>
            <a:r>
              <a:rPr lang="uk-UA" dirty="0" smtClean="0"/>
              <a:t>даних</a:t>
            </a:r>
            <a:r>
              <a:rPr lang="ru-RU" dirty="0" smtClean="0"/>
              <a:t>.</a:t>
            </a:r>
            <a:endParaRPr lang="uk-UA" dirty="0"/>
          </a:p>
          <a:p>
            <a:pPr lvl="0"/>
            <a:r>
              <a:rPr lang="en-US" dirty="0"/>
              <a:t>pandas</a:t>
            </a:r>
            <a:r>
              <a:rPr lang="ru-RU" dirty="0"/>
              <a:t> – </a:t>
            </a:r>
            <a:r>
              <a:rPr lang="uk-UA" dirty="0"/>
              <a:t>використовується для роботи з даними.</a:t>
            </a:r>
          </a:p>
          <a:p>
            <a:pPr lvl="0"/>
            <a:r>
              <a:rPr lang="en-US" dirty="0"/>
              <a:t>pymorphy2 </a:t>
            </a:r>
            <a:r>
              <a:rPr lang="ru-RU" dirty="0"/>
              <a:t>– </a:t>
            </a:r>
            <a:r>
              <a:rPr lang="uk-UA" dirty="0"/>
              <a:t>використовується для підготовки текстових даних.</a:t>
            </a:r>
          </a:p>
          <a:p>
            <a:pPr lvl="0"/>
            <a:r>
              <a:rPr lang="en-US" dirty="0" err="1"/>
              <a:t>keras</a:t>
            </a:r>
            <a:r>
              <a:rPr lang="en-US" dirty="0"/>
              <a:t> </a:t>
            </a:r>
            <a:r>
              <a:rPr lang="ru-RU" dirty="0"/>
              <a:t>– </a:t>
            </a:r>
            <a:r>
              <a:rPr lang="uk-UA" dirty="0"/>
              <a:t>бібліотека для конструювання нейронної мережі.</a:t>
            </a:r>
          </a:p>
          <a:p>
            <a:pPr lvl="0"/>
            <a:r>
              <a:rPr lang="ru-RU" dirty="0" err="1"/>
              <a:t>matplotlib.pyplot</a:t>
            </a:r>
            <a:r>
              <a:rPr lang="ru-RU" dirty="0"/>
              <a:t> – </a:t>
            </a:r>
            <a:r>
              <a:rPr lang="uk-UA" dirty="0" smtClean="0"/>
              <a:t>використовується</a:t>
            </a:r>
            <a:r>
              <a:rPr lang="ru-RU" dirty="0" smtClean="0"/>
              <a:t> </a:t>
            </a:r>
            <a:r>
              <a:rPr lang="ru-RU" dirty="0"/>
              <a:t>для </a:t>
            </a:r>
            <a:r>
              <a:rPr lang="uk-UA" dirty="0" smtClean="0"/>
              <a:t>побудови</a:t>
            </a:r>
            <a:r>
              <a:rPr lang="ru-RU" dirty="0" smtClean="0"/>
              <a:t> </a:t>
            </a:r>
            <a:r>
              <a:rPr lang="uk-UA" dirty="0" smtClean="0"/>
              <a:t>графіків</a:t>
            </a:r>
            <a:r>
              <a:rPr lang="ru-RU" dirty="0" smtClean="0"/>
              <a:t>.</a:t>
            </a:r>
          </a:p>
          <a:p>
            <a:pPr lvl="0"/>
            <a:r>
              <a:rPr lang="en-US" dirty="0" err="1" smtClean="0"/>
              <a:t>Pyproj</a:t>
            </a:r>
            <a:r>
              <a:rPr lang="uk-UA" dirty="0" smtClean="0"/>
              <a:t> – використовується для виміру відстані між точками</a:t>
            </a:r>
            <a:endParaRPr lang="uk-UA" dirty="0"/>
          </a:p>
          <a:p>
            <a:pPr marL="0" lvl="0" indent="0">
              <a:buNone/>
            </a:pPr>
            <a:endParaRPr lang="ru-UA" dirty="0"/>
          </a:p>
          <a:p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66485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 smtClean="0"/>
              <a:t>Схема роботи програмного продукту</a:t>
            </a:r>
            <a:endParaRPr lang="uk-UA" dirty="0"/>
          </a:p>
        </p:txBody>
      </p:sp>
      <p:pic>
        <p:nvPicPr>
          <p:cNvPr id="10" name="Місце для вмісту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092" y="1825625"/>
            <a:ext cx="6837816" cy="4351338"/>
          </a:xfrm>
        </p:spPr>
      </p:pic>
    </p:spTree>
    <p:extLst>
      <p:ext uri="{BB962C8B-B14F-4D97-AF65-F5344CB8AC3E}">
        <p14:creationId xmlns:p14="http://schemas.microsoft.com/office/powerpoint/2010/main" val="2401878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UA" dirty="0" smtClean="0"/>
              <a:t>Прикад результату роботи</a:t>
            </a:r>
            <a:endParaRPr lang="uk-UA" dirty="0"/>
          </a:p>
        </p:txBody>
      </p:sp>
      <p:pic>
        <p:nvPicPr>
          <p:cNvPr id="4" name="Місце для вмісту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65" y="2120063"/>
            <a:ext cx="11017469" cy="43280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957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A01785-F264-C544-A9F6-8D709C85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/>
              <a:t>Висновки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99E53D-6797-574C-9A16-C27631E00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1600"/>
              <a:t>На мою думку, </a:t>
            </a:r>
            <a:r>
              <a:rPr lang="uk-UA" sz="1600" smtClean="0"/>
              <a:t>реалізован</a:t>
            </a:r>
            <a:r>
              <a:rPr lang="ru-UA" sz="1600" smtClean="0"/>
              <a:t>ий програма</a:t>
            </a:r>
            <a:r>
              <a:rPr lang="uk-UA" sz="1600" smtClean="0"/>
              <a:t>ни</a:t>
            </a:r>
            <a:r>
              <a:rPr lang="ru-UA" sz="1600" smtClean="0"/>
              <a:t>й продукт показав себе досить непогано</a:t>
            </a:r>
            <a:r>
              <a:rPr lang="uk-UA" sz="1600" smtClean="0"/>
              <a:t>, адже класифікатор достатньо точно визначає потрібний тип закладу.</a:t>
            </a:r>
            <a:r>
              <a:rPr lang="ru-UA" sz="1600" smtClean="0"/>
              <a:t> </a:t>
            </a:r>
            <a:endParaRPr lang="ru-UA" sz="1600"/>
          </a:p>
          <a:p>
            <a:r>
              <a:rPr lang="ru-UA" sz="1600"/>
              <a:t>Що з приводу вдосконалення та розвинення цього програмного продукту, на мою думку, було б дуже практично та умістно </a:t>
            </a:r>
            <a:r>
              <a:rPr lang="uk-UA" sz="1600" smtClean="0"/>
              <a:t>зробити додаток для смартфону, що маючи клієнт-серверну архітектуру та використовуючи поточне місцезнаходження користувача використовував дану систему для рекомендацій.</a:t>
            </a:r>
            <a:endParaRPr lang="ru-UA" sz="1600"/>
          </a:p>
        </p:txBody>
      </p:sp>
    </p:spTree>
    <p:extLst>
      <p:ext uri="{BB962C8B-B14F-4D97-AF65-F5344CB8AC3E}">
        <p14:creationId xmlns:p14="http://schemas.microsoft.com/office/powerpoint/2010/main" val="3838347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467195"/>
            <a:ext cx="10515600" cy="1325563"/>
          </a:xfrm>
        </p:spPr>
        <p:txBody>
          <a:bodyPr/>
          <a:lstStyle/>
          <a:p>
            <a:pPr algn="ctr"/>
            <a:r>
              <a:rPr lang="ru-UA" dirty="0" smtClean="0"/>
              <a:t>Дякую за увагу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8090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334</Words>
  <Application>Microsoft Office PowerPoint</Application>
  <PresentationFormat>Широкий екран</PresentationFormat>
  <Paragraphs>45</Paragraphs>
  <Slides>14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Рекомендаційна система для вибору ресторану за довільним запитом природною мовою за даними сервіса Yelp</vt:lpstr>
      <vt:lpstr>Постановка задачі</vt:lpstr>
      <vt:lpstr>Актуальність рoботи</vt:lpstr>
      <vt:lpstr>Презентація PowerPoint</vt:lpstr>
      <vt:lpstr>Поняття рекомендаційної системи</vt:lpstr>
      <vt:lpstr>Види рекомендаційних систем</vt:lpstr>
      <vt:lpstr>Обраний принцип роботи рекомендаційної системи</vt:lpstr>
      <vt:lpstr>MPL (multilayer perceptron) модель</vt:lpstr>
      <vt:lpstr>LSTM (long short-term memory) модель</vt:lpstr>
      <vt:lpstr>Бібліотеки</vt:lpstr>
      <vt:lpstr>Схема роботи програмного продукту</vt:lpstr>
      <vt:lpstr>Прикад результату роботи</vt:lpstr>
      <vt:lpstr>Висновки</vt:lpstr>
      <vt:lpstr>Дякую за увагу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Прогнозування цін на нафту</dc:title>
  <dc:creator>Microsoft Office User</dc:creator>
  <cp:lastModifiedBy>Вова Djdf</cp:lastModifiedBy>
  <cp:revision>35</cp:revision>
  <dcterms:created xsi:type="dcterms:W3CDTF">2020-05-29T07:48:56Z</dcterms:created>
  <dcterms:modified xsi:type="dcterms:W3CDTF">2020-06-19T11:34:30Z</dcterms:modified>
</cp:coreProperties>
</file>